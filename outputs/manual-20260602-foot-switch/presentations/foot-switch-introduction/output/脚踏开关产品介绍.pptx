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a17303ccf40c2" /><Relationship Type="http://schemas.openxmlformats.org/officeDocument/2006/relationships/extended-properties" Target="/docProps/app.xml" Id="R01f75aaf2a574ef1" /><Relationship Type="http://schemas.openxmlformats.org/officeDocument/2006/relationships/officeDocument" Target="/ppt/presentation.xml" Id="R7422e5c0619e41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5380c19654ab8"/>
  </p:sldMasterIdLst>
  <p:notesMasterIdLst>
    <p:notesMasterId xmlns:r="http://schemas.openxmlformats.org/officeDocument/2006/relationships" r:id="R309c3de773b443cd"/>
  </p:notesMasterIdLst>
  <p:sldIdLst>
    <p:sldId xmlns:r="http://schemas.openxmlformats.org/officeDocument/2006/relationships" id="256" r:id="R1e67856907f44496"/>
    <p:sldId xmlns:r="http://schemas.openxmlformats.org/officeDocument/2006/relationships" id="257" r:id="Rde65a1b7f00a4798"/>
    <p:sldId xmlns:r="http://schemas.openxmlformats.org/officeDocument/2006/relationships" id="258" r:id="R8a0bd95828904dfa"/>
    <p:sldId xmlns:r="http://schemas.openxmlformats.org/officeDocument/2006/relationships" id="259" r:id="R49207029ddbc4e53"/>
    <p:sldId xmlns:r="http://schemas.openxmlformats.org/officeDocument/2006/relationships" id="260" r:id="R11faf1148f8d45c0"/>
    <p:sldId xmlns:r="http://schemas.openxmlformats.org/officeDocument/2006/relationships" id="261" r:id="R309a22bc127a4537"/>
    <p:sldId xmlns:r="http://schemas.openxmlformats.org/officeDocument/2006/relationships" id="262" r:id="Rbe9969d4969445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d0a7faa434d42" /><Relationship Type="http://schemas.openxmlformats.org/officeDocument/2006/relationships/slideMaster" Target="/ppt/slideMasters/slideMaster1.xml" Id="R6c85380c19654ab8" /><Relationship Type="http://schemas.openxmlformats.org/officeDocument/2006/relationships/notesMaster" Target="/ppt/notesMasters/notesMaster1.xml" Id="R309c3de773b443cd" /><Relationship Type="http://schemas.openxmlformats.org/officeDocument/2006/relationships/presProps" Target="/ppt/presProps.xml" Id="Rceb57587bbeb4bd8" /><Relationship Type="http://schemas.openxmlformats.org/officeDocument/2006/relationships/viewProps" Target="/ppt/viewProps.xml" Id="Re7f3326b178c4a10" /><Relationship Type="http://schemas.openxmlformats.org/officeDocument/2006/relationships/tableStyles" Target="/ppt/tableStyles.xml" Id="R7ea704cb076f4097" /><Relationship Type="http://schemas.openxmlformats.org/officeDocument/2006/relationships/slide" Target="/ppt/slides/slide1.xml" Id="R1e67856907f44496" /><Relationship Type="http://schemas.openxmlformats.org/officeDocument/2006/relationships/slide" Target="/ppt/slides/slide2.xml" Id="Rde65a1b7f00a4798" /><Relationship Type="http://schemas.openxmlformats.org/officeDocument/2006/relationships/slide" Target="/ppt/slides/slide3.xml" Id="R8a0bd95828904dfa" /><Relationship Type="http://schemas.openxmlformats.org/officeDocument/2006/relationships/slide" Target="/ppt/slides/slide4.xml" Id="R49207029ddbc4e53" /><Relationship Type="http://schemas.openxmlformats.org/officeDocument/2006/relationships/slide" Target="/ppt/slides/slide5.xml" Id="R11faf1148f8d45c0" /><Relationship Type="http://schemas.openxmlformats.org/officeDocument/2006/relationships/slide" Target="/ppt/slides/slide6.xml" Id="R309a22bc127a4537" /><Relationship Type="http://schemas.openxmlformats.org/officeDocument/2006/relationships/slide" Target="/ppt/slides/slide7.xml" Id="Rbe9969d4969445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e47d88c8de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6d46caa5049a8" /><Relationship Type="http://schemas.openxmlformats.org/officeDocument/2006/relationships/notesMaster" Target="/ppt/notesMasters/notesMaster1.xml" Id="Rc30f7b31f26544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8d036f97c4f52" /><Relationship Type="http://schemas.openxmlformats.org/officeDocument/2006/relationships/notesMaster" Target="/ppt/notesMasters/notesMaster1.xml" Id="R21d02b7dae8d44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41f64487db468b" /><Relationship Type="http://schemas.openxmlformats.org/officeDocument/2006/relationships/notesMaster" Target="/ppt/notesMasters/notesMaster1.xml" Id="Rc3ddbabbb02741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a8c52087534625" /><Relationship Type="http://schemas.openxmlformats.org/officeDocument/2006/relationships/notesMaster" Target="/ppt/notesMasters/notesMaster1.xml" Id="R9104a6fc618a4a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4d2fa674274b32" /><Relationship Type="http://schemas.openxmlformats.org/officeDocument/2006/relationships/notesMaster" Target="/ppt/notesMasters/notesMaster1.xml" Id="R394524098a1748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8b5e3e704743e1" /><Relationship Type="http://schemas.openxmlformats.org/officeDocument/2006/relationships/notesMaster" Target="/ppt/notesMasters/notesMaster1.xml" Id="Rae7afee010134a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475819e89a4abe" /><Relationship Type="http://schemas.openxmlformats.org/officeDocument/2006/relationships/notesMaster" Target="/ppt/notesMasters/notesMaster1.xml" Id="R97e247ac03e0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49a5414724a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b2b9d0306b4d63" /><Relationship Type="http://schemas.openxmlformats.org/officeDocument/2006/relationships/slideLayout" Target="/ppt/slideLayouts/slideLayout1.xml" Id="R26ac18f7e9d841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c18f7e9d841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27e0a2d4b4653" /><Relationship Type="http://schemas.openxmlformats.org/officeDocument/2006/relationships/notesSlide" Target="/ppt/notesSlides/notesSlide1.xml" Id="R6f39909141e2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e7544f4ed4dbf" /><Relationship Type="http://schemas.openxmlformats.org/officeDocument/2006/relationships/notesSlide" Target="/ppt/notesSlides/notesSlide2.xml" Id="R158dd5ab8fb2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a6bf06974e7a" /><Relationship Type="http://schemas.openxmlformats.org/officeDocument/2006/relationships/notesSlide" Target="/ppt/notesSlides/notesSlide3.xml" Id="R85f4d8f9a43d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f5677391b42d6" /><Relationship Type="http://schemas.openxmlformats.org/officeDocument/2006/relationships/notesSlide" Target="/ppt/notesSlides/notesSlide4.xml" Id="Rfdbcffb25c7a4d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4979c904f4454" /><Relationship Type="http://schemas.openxmlformats.org/officeDocument/2006/relationships/notesSlide" Target="/ppt/notesSlides/notesSlide5.xml" Id="R1083191b15124b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4d829cf094620" /><Relationship Type="http://schemas.openxmlformats.org/officeDocument/2006/relationships/notesSlide" Target="/ppt/notesSlides/notesSlide6.xml" Id="R09625faa9d2849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b946bc8c94841" /><Relationship Type="http://schemas.openxmlformats.org/officeDocument/2006/relationships/notesSlide" Target="/ppt/notesSlides/notesSlide7.xml" Id="Ra1e1af1636a64d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1CA610-F4BD-4290-B9DB-C050E1C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84ED0F4D-2702-48EA-9B3B-5842674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780951C-1DA7-4612-80A9-40CB341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INDUSTRIAL CONTROL / 产品概览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7F5B9-DE2F-499E-B2CB-DB40635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脚踏开关：把一次明确的控制动作交给脚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9B013-C42E-4366-BBF9-87772765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06B29-3D8F-4212-84B5-70C6B94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2B604-AD6F-4FF4-A696-86706C3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19FD0-209D-438A-8992-FC2BFAFA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当双手需要持续操作、扶持或定位工件时，脚踏开关让控制指令仍然保持直接、清晰和可重复。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260AA-215A-454A-A120-1CCAA68C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028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2C768-9A54-46CA-8107-EDCA1DD6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HANDS-FREE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C6FF-E865-4785-952B-1C71B98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051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DF6C1-2C4A-49BE-B2EF-0C20D156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43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MOMENTARY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300E1-F311-468C-B14E-F1BACC3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C852-DF80-460B-BF82-52F3F06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C5364-B155-40FF-97A4-AD01DE93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328" y="2844927"/>
            <a:ext cx="2629662" cy="1016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E74AD-119B-4813-830A-1257CFC4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21711"/>
            <a:ext cx="2276094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88DE6-EDB1-4F4C-AB6B-7370145F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798" y="2447163"/>
            <a:ext cx="1911477" cy="-486156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F9C7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DE233-F29A-4C8F-92AA-620E814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961007"/>
            <a:ext cx="265176" cy="8286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F9C7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36EDF-D32F-4D80-BDC4-402F0637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736" y="2690241"/>
            <a:ext cx="265176" cy="265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853A1-0B48-426E-BFA6-4D2BED2D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484" y="3187446"/>
            <a:ext cx="1016508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9A"/>
          </a:solidFill>
          <a:ln xmlns:a="http://schemas.openxmlformats.org/drawingml/2006/main" w="0">
            <a:solidFill>
              <a:srgbClr val="FFE5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188FD-80E1-4953-9687-C301DDA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76397"/>
            <a:ext cx="243078" cy="2430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DCB9B-D142-41A8-97DD-BA9720AF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480" y="3297936"/>
            <a:ext cx="574548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A2178-9A66-4969-B7AA-A5DC5FF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76750"/>
            <a:ext cx="41624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882D1-5C74-4938-B3DA-1D130118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12174-80FF-44A5-AFE9-5F8023DE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释放双手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7388F-A389-44E5-AABB-5D58294C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操作更连贯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9E01E5-6511-41C0-BFF6-932A002A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958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B8A6E-FA15-48D7-B57F-80542473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脚下触发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929CB5-5F3D-4B94-86D3-8FAE6CF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53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指令更直接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00A5D2-BFDF-4125-86D8-513BE567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A8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E53460-4B2B-46E5-903E-114DA025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场景适配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61DC63-7D82-4531-A408-7F2A423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53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按需求选型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BA30F-7972-4AFD-8DE4-8D35449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276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43D015-E000-46F3-832A-750AFE4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2920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C7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C74F"/>
                </a:solidFill>
                <a:latin typeface="Microsoft YaHei"/>
                <a:ea typeface="Microsoft YaHei"/>
                <a:cs typeface="Microsoft YaHei"/>
              </a:rPr>
              <a:t>一句话理解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50CC0-D493-430D-B529-40D1886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76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脚踏开关 =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脚下的控制按钮</a:t>
            </a:r>
          </a:p>
        </p:txBody>
      </p:sp>
    </p:spTree>
    <p:extLst>
      <p:ext uri="{BB962C8B-B14F-4D97-AF65-F5344CB8AC3E}">
        <p14:creationId xmlns:p14="http://schemas.microsoft.com/office/powerpoint/2010/main" val="691194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BF960-DBF4-463A-AF92-E4EB1B7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6BB4F999-6521-46EB-9B6D-AA22B472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BCBF0B3-7188-4565-B290-49306F02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WHY IT MATTERS / 使用价值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1832A-7319-4822-8CD7-40E41C5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真正的价值，出现在双手不能离开工件的时候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EFC68-60E7-4738-8861-469169A0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F551-9F35-40A1-A4B5-E21BFAF7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9F985-C50B-469F-8A8E-BEBCE5AC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6E244-F6CC-4FA4-A46B-9CC9450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D861-6864-4D2E-BE77-E69FF9CC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双手持续占用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0FA2A-46E1-4DFF-8955-E8707DF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例如缝纫、焊接、压接、装配、设备调试。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D7534-6082-4F72-9896-000D257B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FCE5E-ED3B-4F73-AD24-BC8A2959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动作路径缩短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60607-49E6-4B31-9496-FA3C26C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脚下直接触发，减少寻找按钮和切换姿势。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B7594-8430-4FD9-8285-4AD732F0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4FD18-4043-410E-BBB9-96B13198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工艺节奏更稳定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DE9F3-38D2-4AE9-8393-A3CF9D1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将控制动作嵌入操作流程，便于形成重复节拍。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8524D-6286-4C2B-96F6-1A4DFCCB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从操作需求到设备响应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09C8A-3E9E-4AEE-9CF8-379B0DA3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C78AB-915B-4E43-AA6E-1E970E3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8F17B-B4D8-4E97-BC22-8205D06F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双手忙碌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1A1A6-6534-4982-86AA-CA3E227D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908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176A2-38B1-4216-8720-3A3D30C2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BF864-CB2D-4E7F-8C6E-C1FC67B4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43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F5299-00D2-4DAA-8EB6-B09925F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脚下指令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38030-6435-40A0-995F-709EB7D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18E3D-B008-4B83-BE53-271CBDCC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6AC97-D682-41FA-9835-D4E612D8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911E8-463A-46FC-86EE-6AD4C8DE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设备响应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025D3-A610-4E2D-B6CB-FD77ECBA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533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559839-AA86-4200-9145-BEAE7678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0075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核心不是“多一个开关”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CDF856-C0D9-419E-826A-8742E73E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012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而是把控制入口放到更符合动作习惯的位置。</a:t>
            </a:r>
          </a:p>
        </p:txBody>
      </p:sp>
    </p:spTree>
    <p:extLst>
      <p:ext uri="{BB962C8B-B14F-4D97-AF65-F5344CB8AC3E}">
        <p14:creationId xmlns:p14="http://schemas.microsoft.com/office/powerpoint/2010/main" val="10651953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7BF0D-8209-4AC7-A3D7-9DF4F7BA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34E601F-F1EB-4487-BB3D-E0F7B75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CAF8739-884F-4689-8FEC-3FD32D4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ANATOMY / 结构拆解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5ECE8-11B0-42E8-BA15-DC8A4E7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一个小型外壳，整合了机械动作与电气接口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F815E-6C21-4814-AE0A-008096F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3BD37-10C3-4ADA-A867-F4881963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2238F-40BB-4155-9AF2-F5AD389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A6E5-5F9A-494D-9325-E2FC925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834" y="3858006"/>
            <a:ext cx="3355086" cy="1296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B4FBF-FECE-47F8-AA5A-73A7F95A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86" y="4083558"/>
            <a:ext cx="2903982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9F70-999A-45A1-8B6F-2A740242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3350514"/>
            <a:ext cx="2438781" cy="-620268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DC3A-2B5B-46A5-B829-2926FDB3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30246"/>
            <a:ext cx="338328" cy="1057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F9C7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A6CD3-2438-41EF-B036-A4C31209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458" y="3660648"/>
            <a:ext cx="338328" cy="338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F7069-134B-4C41-9AEF-59DB1240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102" y="4295013"/>
            <a:ext cx="1296924" cy="2537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9A"/>
          </a:solidFill>
          <a:ln xmlns:a="http://schemas.openxmlformats.org/drawingml/2006/main" w="0">
            <a:solidFill>
              <a:srgbClr val="FFE5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F433B-F62A-4AF9-ACFF-81F9A35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0916"/>
            <a:ext cx="310134" cy="3101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28575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090C5-6866-4237-A85F-171D932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0" y="4435983"/>
            <a:ext cx="733044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267D3-C250-4952-BE5E-3126D51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05375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671FA-8D04-4B26-889C-5545775D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434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EDITABLE SCHEMATIC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F4AE4-E3E2-4886-A440-F372754F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F1372-79B5-4207-8038-93D729A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09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踏板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EE3EE-F708-4A2D-B0AF-B03EB09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承接脚部动作，强调防滑和回弹手感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68DC4-08FD-4A99-8105-7B90DAB7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62250"/>
            <a:ext cx="2381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F10DA-6A07-4E59-9323-737B6317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0" cy="8191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4B7AE-BE8E-4935-A4FC-AAE3A90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D88F1-4AA8-411B-9044-8174AE7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42A09-2953-4A68-8DC2-06DA60F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铰链 / 回弹机构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50D32-9594-4DE4-B411-2B20668A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将踩踏转换为可重复的机械位移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66D68-7FAD-4356-B44C-DF6C2CE9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29050"/>
            <a:ext cx="3352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BAE2A-B660-4307-ABD3-AFBEA84D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0" cy="8763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F2A31-5BCD-4282-9654-21B06199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1B26EF-9878-4FB0-9A89-51F1337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3144C-6279-46DC-9D6A-A6D00CF8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内部触点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FDAF4-06FC-4286-8E4C-64885389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常见为常开或常闭，具体组合按型号选择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FA1D9-7AEF-48FD-A411-C7F9872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43400"/>
            <a:ext cx="4191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F8B53E-236F-4C9E-8294-5D66D54F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05300"/>
            <a:ext cx="0" cy="381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D9A5F-A2E6-4194-BA39-E4D5534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32ACE6-9D39-48EF-BDDF-881B2F5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76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D7181-8AA9-4FB3-89FF-9A1A16B3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2006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线缆与护套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97D25C-0641-47CA-8DCD-486CF0C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5054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承担信号连接，并缓解弯折与拉扯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D9F4D-1913-416C-B2A9-1488633D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95825"/>
            <a:ext cx="69532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044933-D808-433A-8F53-91B05C07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95825"/>
            <a:ext cx="0" cy="6381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2941D-48C7-431E-8E24-FFBD651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56F23E-E8CC-487B-AFAA-49AFD822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注：示意图用于理解组成，不代表具体型号结构。</a:t>
            </a:r>
          </a:p>
        </p:txBody>
      </p:sp>
    </p:spTree>
    <p:extLst>
      <p:ext uri="{BB962C8B-B14F-4D97-AF65-F5344CB8AC3E}">
        <p14:creationId xmlns:p14="http://schemas.microsoft.com/office/powerpoint/2010/main" val="6739156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F93271-A6AC-4BA7-80A3-C886F7E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11705C1-845F-4FD8-A294-C063000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1D82ABC-8EE9-421B-BEC7-5CC9BCC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SIGNAL FLOW / 工作方式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FE325-59FA-4BA2-901F-3A8B345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一次踩踏动作，会被转换为一个定义明确的机器输入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CADAF-6BD1-454C-8B8F-DE5C5234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6D71E-3F87-4091-B91B-321496F1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AE00-5F2B-416B-92D9-DC2BD58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90F27-F72D-43DD-BB05-B6A4AFCD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5A7CD-FB28-4170-9268-29218DE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E3772-B9E9-4312-872A-6EC14EDC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踩下踏板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B3BF2-466E-4B0C-B9B6-1E91B7AA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操作者发出指令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C189C-4337-4E2B-B9CC-5E0E3CFA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81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DC39A-292C-4EAF-96C0-D6C852B8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60160-59D2-4786-B54E-942392AC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E66E2-2AA6-403B-A713-610AA3E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机构位移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6A8C6-BE79-4095-B76A-080AFFE4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147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铰链带动内部机构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32D1C-0125-4694-8F32-3FD71B34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47CAA-62A5-42BA-ADCD-C340ED0C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62309-2B6B-4F7B-9B20-634EE51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2C68E-3113-4875-B5D0-A6FFA24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触点切换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6CD7D-BD29-4B9C-AFDA-80804A0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常开 / 常闭状态变化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45DC0-FEFE-41D5-B13D-50EDE56E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70C53-48A2-42AD-9D6B-4DA639D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4CE5D-9793-4624-B17D-A74B8209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3BBF4-577E-497E-A65C-68686AF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056B4-15C6-4AF2-AF22-A7A7143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控制器接收输入并响应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AA2063-A80F-4C12-AF07-1011789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744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5BBD8-CF2B-4B8B-BCB5-75C16C9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常见信号逻辑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7E135-962B-4B15-BBE9-B681D8F4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瞬时：踩下有效，松开复位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78CE7A-2768-45D2-8FA5-5A4D23A6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48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保持：踩一次切换，再踩一次恢复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F28BB0-A885-4360-A435-1B0C22AC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常开 / 常闭：以控制回路设计为准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91BAE-287F-4DBF-A3BF-D52ECA6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具体触点组合、电压电流与认证要求，以产品规格书为准。</a:t>
            </a:r>
          </a:p>
        </p:txBody>
      </p:sp>
    </p:spTree>
    <p:extLst>
      <p:ext uri="{BB962C8B-B14F-4D97-AF65-F5344CB8AC3E}">
        <p14:creationId xmlns:p14="http://schemas.microsoft.com/office/powerpoint/2010/main" val="18267420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8BE3F-7044-47A6-A205-117FDFB4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72E4950-B457-401B-8FCB-51AC3A3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99305D6-43C6-41A1-A50B-06422866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PORTFOLIO / 常见类型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136CF-1D6E-452A-9AAE-350733F8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选型不是越复杂越好，而是让踏板结构匹配操作任务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FFE83-8854-4DE5-8E09-22F9C50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6DF97-85AE-4C5D-9307-9F8091FE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80015-9D26-4724-BB8B-1F39B29E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43F0C-1E4D-45BD-8A69-A90C3BA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53898-F9B6-4713-9361-7FFA61B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B6AE4-D9BB-466E-B188-B4EE83C2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58D52-B3D7-4AC2-A88A-0224E68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基础单踏板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F8212-A8E2-4996-A13B-AD4E3C43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结构特点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AC29C-A57E-48C6-A2D7-E5D33B2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单一动作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E763B-3175-47D6-A14B-AC37EA5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典型使用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CCA87-EFF3-46F6-949D-9589560F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通用启停、触发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3C0E3-B1F3-423D-A069-079EB39F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环境关注度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E5154-A69F-4287-93B2-E039D7DB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0AC84-64EC-43E6-9D7D-7A75850D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44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9CCE2-2DD1-41C6-9B65-3D61DAAC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571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52BA9-B649-4300-AAA9-857CFB6B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478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C9E4C-E1FB-4E61-9318-8318136D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089CB-BC94-4721-B141-89976247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002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带防护罩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4EB5E-3B0E-4F4E-8F0B-7923DAD6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结构特点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D7EFC-BD57-4529-8C25-FE74D32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减少误踩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8785D6-5487-4DC7-A0CF-E4828AC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典型使用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FF69F-CAAE-4D28-9120-8ED48FD0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设备周边、现场操作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33167-935C-4CE6-855E-34E3BA33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环境关注度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F9067-5FC4-4FE7-919C-6939033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AF04A-7B70-4D1E-9447-D2F231C8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7244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2D68A-5C11-46C6-A8E7-1CB821F6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571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8F7EF2-3A1A-4A5C-BF6F-CCC1413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0A588-803E-4C22-B1F5-ADA61B6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8F49C-FC3D-4927-B63D-2ABB0956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双踏板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CEB34-DF32-49CB-AB13-64023052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结构特点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9EB3B-9207-46E5-8590-99EED42F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76575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左右脚或双功能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62DEBC-A6E7-42DA-B244-F4CFA7FC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典型使用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28456F-DDF8-4B19-B9AF-D40D5963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29075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多动作控制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9CDED0-FBC6-4D7F-BCA9-9988975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43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环境关注度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811319-56C8-4ABC-ABA0-44EEACF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597F63-E10E-4BC3-943B-5D724101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244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6DE33-A170-4948-951C-4F1E7D6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25717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C47141-B56F-4771-8AB1-754015F2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1158EE-101B-47A8-8FAA-FB0C025D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59792A-F879-4D05-A9F4-C0755D83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002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重载型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106DCA-4DBA-4FCC-B2BF-DCFBB4DF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结构特点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A4CF76-9C28-47DA-96AF-08B5C68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76575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更强结构与环境适配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1C2921-4A3A-4AF8-B921-E1FA9C07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典型使用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174EED-F3F1-457B-A9AA-F9390B4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29075"/>
            <a:ext cx="2209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工业现场、频繁踩踏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EF33B5-7048-4CBD-95D3-5EEFB711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环境关注度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1E095D-DD2D-43E2-B5CE-C8F62F2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8630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45346A-A864-4E0A-8EE2-D3F5E211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7244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01E943-2738-45EE-A463-375B3468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还有防水、防尘、防爆、医疗或设备专用版本。名称相近不代表参数相同。</a:t>
            </a:r>
          </a:p>
        </p:txBody>
      </p:sp>
    </p:spTree>
    <p:extLst>
      <p:ext uri="{BB962C8B-B14F-4D97-AF65-F5344CB8AC3E}">
        <p14:creationId xmlns:p14="http://schemas.microsoft.com/office/powerpoint/2010/main" val="2102405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04442-2F84-41DD-976E-0484CF4D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74F44CFC-892A-40B7-AA0B-10BECE3A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1CBC3060-1938-467F-81A4-06F8F4FA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SELECTION / 选型方法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51F1D-56F1-4DC7-955F-02BAAD4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先问清楚五个问题，再进入型号和参数确认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30BBB-3965-42A6-8445-192B0E08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F680C-F647-4F94-957E-B33A10F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27EC5-D105-40BC-8EB1-8B3A100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20281-CCF8-44A4-9833-473B4F9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1C1F5-0698-490D-AE35-B9F3D591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649D1-EDED-48BF-98C3-0410CD6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954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要控制什么动作？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8B69E-1508-40F8-8E28-873776A0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907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启停、点动、换向，还是双功能？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E57AA-3EF4-425D-9C22-341D09C0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92D57-74FE-44BB-812B-7C7A9514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03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E0A8B-7F0D-45DC-97F0-A2F2678D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动作需要瞬时还是保持？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C4991-59B2-4F53-9FA8-20FB6FA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决定踏板的操作逻辑。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3A88E-B2ED-45BF-969E-B181F52D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E8A33-4121-4C82-A42A-C0A93AAE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B8E7C-55BC-45C4-B077-5C61E04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控制回路需要哪种触点？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104C7-1DE7-4739-B38C-6786DA9B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常开、常闭、组合触点或专用接口。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18B12-28E6-4C45-A275-4EA37284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489CD-F9B9-41B2-9A92-1E68CA6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C7920-81CB-4774-8D91-CF21E995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使用环境有哪些约束？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B42A03-619E-44DF-B31C-C70D5533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粉尘、液体、油污、频率、冲击与温度。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C4E4E-0C4F-49B7-8574-511DA8E4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D9A7C-1639-4A2A-981D-632C049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08269-045B-4D4C-994E-163DDB0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如何防止误踩或失效？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75C6F-C0BC-496B-B233-C3791D46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防护罩、位置、线缆固定与维护检查。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2C35D-6DEB-4612-96F1-BB5BFAB7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71650"/>
            <a:ext cx="4095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22B55-C62C-4D0D-A651-114EAC5F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参数确认顺序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DE813B-E96D-43EA-AB8D-6B7E37F4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57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76E1A-E5D5-4598-88C4-C4780EB5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194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138FB5-4D66-4EF4-9008-BEE7878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0" cy="238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F2F3F-63F1-437D-92B4-CC37CE18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14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22B9D-346A-4D20-BBD3-804AE326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触点 / 接口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295EF-5483-4973-B328-3EC7B31F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0" cy="238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FECBC3-C6E2-4D0D-88C1-210A4B45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D1030-3388-4B2C-AD58-B087B81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338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电气额定值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0C8810-6640-41A8-9582-6FF9DDE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43350"/>
            <a:ext cx="0" cy="238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47FE7C-148E-4ACA-BE70-9190CD8B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CAE591-3BD8-4203-9E89-8E0F6E6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40F25F-F88B-4DD0-AD7F-F053E0A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00550"/>
            <a:ext cx="0" cy="2381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CE17D4-B351-4215-9F82-8FACADA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5016CC-E4F0-47EB-BB09-9CE149C8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2476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安装与维护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FAF721-D4F0-4D99-9184-EB8E0185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149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E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E59A"/>
                </a:solidFill>
                <a:latin typeface="Microsoft YaHei"/>
                <a:ea typeface="Microsoft YaHei"/>
                <a:cs typeface="Microsoft YaHei"/>
              </a:rPr>
              <a:t>最后再对照规格书和现场要求。</a:t>
            </a:r>
          </a:p>
        </p:txBody>
      </p:sp>
    </p:spTree>
    <p:extLst>
      <p:ext uri="{BB962C8B-B14F-4D97-AF65-F5344CB8AC3E}">
        <p14:creationId xmlns:p14="http://schemas.microsoft.com/office/powerpoint/2010/main" val="7336912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6F889-B591-42B7-BE90-DCB577E1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92411D8-579B-4C45-8B07-FC67062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E2396FD-8367-4CA1-899F-853B1F96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TAKEAWAY / 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5BB2-AD38-4653-B7F0-6B9805E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好的脚踏开关，使用时几乎感觉不到它的存在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69A71-7CE3-473C-AFF4-62FC8F80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10871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4AAAC-D7F3-42BB-B1D3-7718CFF4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脚踏开关介绍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E19A6-41B7-4487-B306-C74B66A4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59BCF-7C85-45E5-9238-42EDD27A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因为动作自然、接口匹配、位置合理，操作者只需要专注于工艺本身。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F3D86-D136-4671-8365-CD580981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3219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BB16E-E2B5-4B99-802F-86AF347B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solidFill>
              <a:srgbClr val="F9C7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135B8-BBDD-4A3C-8B2D-F38282E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AEC48-18E3-4D33-974A-ECA2BAB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241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动作明确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D1C0B-3A42-4361-BB0B-8CB31F5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先定义踩下和松开分别意味着什么。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0E62F-DCA3-4203-B6EA-F7AEEAC6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28900"/>
            <a:ext cx="3219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B68B6-8BDE-4F09-86AB-096BFD4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6A8"/>
          </a:solidFill>
          <a:ln xmlns:a="http://schemas.openxmlformats.org/drawingml/2006/main" w="0">
            <a:solidFill>
              <a:srgbClr val="3A86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2B012-4FDE-4DF8-9905-A270C27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4DA7D-3B58-47CD-9D2C-5256C879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参数匹配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9B2CF-F239-45B7-B153-3BD07A7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再确认触点、额定值、接口和环境。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B7829-51D9-4EB0-A6D8-8F5F86C9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32194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A5E98-4463-4450-9F74-C7EB8778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solidFill>
              <a:srgbClr val="4C95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F5B90-F7DB-487B-98BD-AAC2BEFD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BDEA3-5485-45D4-90B7-09555A6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使用安全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8492A-D76D-46F1-913E-4295B5E6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最后检查误踩风险、安装位置和维护。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8E2BC-D23F-4528-B3D3-14FA9E4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10744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A1E17-BC98-4092-9AF6-A215D74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把控制权放在脚下，让双手专注于工艺。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4040F1-B730-4438-B0CE-BEB40EFA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29AB1"/>
                </a:solidFill>
                <a:latin typeface="Microsoft YaHei"/>
                <a:ea typeface="Microsoft YaHei"/>
                <a:cs typeface="Microsoft YaHei"/>
              </a:rPr>
              <a:t>具体采购和安装，请以目标型号规格书、设备接口和现场安全要求为准。</a:t>
            </a:r>
          </a:p>
        </p:txBody>
      </p:sp>
    </p:spTree>
    <p:extLst>
      <p:ext uri="{BB962C8B-B14F-4D97-AF65-F5344CB8AC3E}">
        <p14:creationId xmlns:p14="http://schemas.microsoft.com/office/powerpoint/2010/main" val="1109226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2026-06-02T01:35:50.7780000Z</dcterms:created>
  <dcterms:modified xsi:type="dcterms:W3CDTF">2026-06-02T01:35:50.7780000Z</dcterms:modified>
</coreProperties>
</file>